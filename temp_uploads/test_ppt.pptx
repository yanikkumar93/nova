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52365-C8AE-142A-9CCD-5931616CE7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8B7FC-39A2-8726-02D8-5976E56D8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D62CF-C965-307F-DEF9-AEA33B6AD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689DEF-43D4-F3BD-6466-0E2212DE7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B35406-369E-4639-153E-764E1954C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4942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269B-0C94-EA5E-97B2-302D9E108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AB9C9-93A7-18AA-07C7-FD110A564E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6C221-1AB1-93D4-95BD-FB2918EE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6A107-DE8C-D48F-D2C0-6BD7CD940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9C3482-332D-D28C-C184-2801081E6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576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36CDE-FCCB-75BD-8EE6-5BFC8DF70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C8E0E5-36A5-598C-8C89-9846F2953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F13F1-3F80-884A-24C9-2813D65B4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EAAABB-7209-60C4-562F-79E118063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55DC0-EEEA-7155-4B3D-157F7E12B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7717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535B3-2631-FEA8-8ABB-07C523E2D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8C2B1-D307-77D7-88AF-5630390F8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B1E678-202F-0FCD-5CA4-E69E435835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32CA21-10D5-1DB4-8FEB-36DD8F772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E066F3-9822-DB97-19E0-BAA78AE49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32CABF-7948-524B-1E8B-8F0E4F4E4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170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B969A-4ED8-A809-E319-4BC6B97C7E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3F4E9-442D-6B8F-BF3A-E1CEB8C85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2582A-E185-A42B-8A51-360A7DCF2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91D604-0DFD-7AC5-AD81-2D210625C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71866-528F-CAF2-3A42-F71B40E88F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F183F-321F-373B-4BCC-CBAFC6245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8D45DE-134A-ACD0-2932-8585F7BD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A12A4B-26BB-A8AC-B2F9-6725BE1D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7991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035FA-B29B-BFF6-E8B4-932EA5029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28EFE4-5A80-B016-7115-60BC9E72D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9C3FCB-51FB-C6E6-8DDE-96B06C5FE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80F9B8-1515-E992-5B91-37F015FB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174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14C685-A28A-BE5D-20B7-8F325BF62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B7732A-0296-CB04-38ED-0D31DF7C8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BB907-75AA-C026-F457-FEF953EF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007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CBC6-E20D-881E-D213-715A6E4D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69B7-AEFB-1DBD-7D44-DC0941064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33857A-0B3B-C926-9285-7274AB5AE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0FFBA2-4E2F-3744-2AAE-0487A083F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B9D148-CF58-B5FA-4A9B-845CCD9C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7032B3-9347-120A-4E78-0761E70C7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4567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944B4-6C7E-24C0-D629-5CC736F42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FED793-995A-D8BE-36B3-B5202F995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551A36-81B7-0F60-38C1-063600DC29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4B290-21D8-FA68-A00E-A1C7BD98F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C5A33-B313-347B-8AAD-9741CD0EF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782B0-61E0-1C26-770D-FAD30A7A3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418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1DA91-2878-9E1E-4D6C-323AFB1E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ABF9D2-849D-F3B3-47E7-1BDD31B9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031B8-D027-7CA6-0E94-21B2E96D5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A2715-B861-D24F-010C-10850D681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8DB70-80DD-8B39-B54C-109C130B9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9363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D46696-9F24-7652-B134-017E4378A5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8B234-2BE2-1B65-A097-7FE695917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5BB57-38E1-EDA6-26F7-D63AE83B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F9EB14-25AF-0503-E70B-868C4495A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8F3445-BD67-201A-9F30-D35FC5365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6492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7E932-8557-AA02-4F34-DC298DF7B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BEA68-E7E5-5928-F15C-36F27D5220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9B839-46D8-D11A-F7F8-AE566C3FEC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43140-82EE-4A24-9992-9CEB9A388232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1F060F-21BE-4E9F-104C-0C7593E499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B8EC5-60C3-4BE1-FB18-113BA05F6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73C6B6-26FC-4A60-91D0-F3C397FD4B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065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C49E7-EF6D-470B-0845-F75EEA545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551D4-7F7D-CB0B-45BE-8EC9984F1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b="1" dirty="0"/>
              <a:t>Presentation Title: Introduction to Quantum Computing</a:t>
            </a:r>
          </a:p>
          <a:p>
            <a:r>
              <a:rPr lang="en-IN" b="1" dirty="0"/>
              <a:t>Subtitle: Chapter 1 - Qubits and Superposition</a:t>
            </a:r>
          </a:p>
          <a:p>
            <a:r>
              <a:rPr lang="en-IN" b="1" dirty="0"/>
              <a:t>Slide 1: Introduction to Quantum Computing</a:t>
            </a:r>
          </a:p>
          <a:p>
            <a:pPr lvl="0"/>
            <a:r>
              <a:rPr lang="en-IN" b="1" dirty="0"/>
              <a:t>Overview</a:t>
            </a:r>
            <a:r>
              <a:rPr lang="en-IN" dirty="0"/>
              <a:t>: Quantum computing leverages principles of quantum mechanics to process information in fundamentally new ways.</a:t>
            </a:r>
          </a:p>
          <a:p>
            <a:pPr lvl="0"/>
            <a:r>
              <a:rPr lang="en-IN" b="1" dirty="0"/>
              <a:t>Objective</a:t>
            </a:r>
            <a:r>
              <a:rPr lang="en-IN" dirty="0"/>
              <a:t>: Understand how quantum bits differ from classical bits and why they enable exponential processing speedups.</a:t>
            </a:r>
          </a:p>
          <a:p>
            <a:r>
              <a:rPr lang="en-IN" b="1" dirty="0"/>
              <a:t>Slide 2: What is a Qubit?</a:t>
            </a:r>
          </a:p>
          <a:p>
            <a:pPr lvl="0"/>
            <a:r>
              <a:rPr lang="en-IN" b="1" dirty="0"/>
              <a:t>Definition</a:t>
            </a:r>
            <a:r>
              <a:rPr lang="en-IN" dirty="0"/>
              <a:t>: A qubit (quantum bit) is the basic unit of quantum information.</a:t>
            </a:r>
          </a:p>
          <a:p>
            <a:pPr lvl="0"/>
            <a:r>
              <a:rPr lang="en-IN" b="1" dirty="0"/>
              <a:t>Classical vs Quantum</a:t>
            </a:r>
            <a:r>
              <a:rPr lang="en-IN" dirty="0"/>
              <a:t>:</a:t>
            </a:r>
          </a:p>
          <a:p>
            <a:pPr lvl="1"/>
            <a:r>
              <a:rPr lang="en-IN" dirty="0"/>
              <a:t>Classical bits represent either a strict 0 or 1.</a:t>
            </a:r>
          </a:p>
          <a:p>
            <a:pPr lvl="1"/>
            <a:r>
              <a:rPr lang="en-IN" dirty="0"/>
              <a:t>Qubits can exist in a state of </a:t>
            </a:r>
            <a:r>
              <a:rPr lang="en-IN" b="1" dirty="0"/>
              <a:t>superposition</a:t>
            </a:r>
            <a:r>
              <a:rPr lang="en-IN" dirty="0"/>
              <a:t>, representing linear combinations of both 0 and 1 simultaneously.</a:t>
            </a:r>
          </a:p>
          <a:p>
            <a:pPr lvl="0"/>
            <a:r>
              <a:rPr lang="en-IN" b="1" dirty="0"/>
              <a:t>Impact</a:t>
            </a:r>
            <a:r>
              <a:rPr lang="en-IN" dirty="0"/>
              <a:t>: Superposition allows quantum computers to execute complex multi-variable calculations simultaneously.</a:t>
            </a:r>
          </a:p>
          <a:p>
            <a:r>
              <a:rPr lang="en-IN" b="1" dirty="0"/>
              <a:t>Slide 3: Key Quantum Principles</a:t>
            </a:r>
          </a:p>
          <a:p>
            <a:pPr lvl="0"/>
            <a:r>
              <a:rPr lang="en-IN" b="1" dirty="0"/>
              <a:t>Superposition</a:t>
            </a:r>
            <a:r>
              <a:rPr lang="en-IN" dirty="0"/>
              <a:t>: Ability of a quantum system to be in multiple states at the same time until measured.</a:t>
            </a:r>
          </a:p>
          <a:p>
            <a:pPr lvl="0"/>
            <a:r>
              <a:rPr lang="en-IN" b="1" dirty="0"/>
              <a:t>Entanglement</a:t>
            </a:r>
            <a:r>
              <a:rPr lang="en-IN" dirty="0"/>
              <a:t>: A phenomenon where quantum particles become inextricably linked, regardless of physical distance.</a:t>
            </a:r>
          </a:p>
          <a:p>
            <a:pPr lvl="0"/>
            <a:r>
              <a:rPr lang="en-IN" b="1" dirty="0"/>
              <a:t>Applications</a:t>
            </a:r>
            <a:r>
              <a:rPr lang="en-IN" dirty="0"/>
              <a:t>: Cryptography, drug discovery, financial </a:t>
            </a:r>
            <a:r>
              <a:rPr lang="en-IN" dirty="0" err="1"/>
              <a:t>modeling</a:t>
            </a:r>
            <a:r>
              <a:rPr lang="en-IN" dirty="0"/>
              <a:t>, and AI optimization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8600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parim2250@gmail.com</dc:creator>
  <cp:lastModifiedBy>parim2250@gmail.com</cp:lastModifiedBy>
  <cp:revision>1</cp:revision>
  <dcterms:created xsi:type="dcterms:W3CDTF">2026-09-18T11:24:55Z</dcterms:created>
  <dcterms:modified xsi:type="dcterms:W3CDTF">2026-09-18T11:25:40Z</dcterms:modified>
</cp:coreProperties>
</file>